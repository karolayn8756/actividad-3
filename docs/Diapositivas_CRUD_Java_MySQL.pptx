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6596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</a:rPr>
              <a:t>CRUD completo en Java con MySQL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240280" y="2788920"/>
            <a:ext cx="7680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</a:rPr>
              <a:t>Tema 8.4 - Desarrollo de Sistemas de Información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31720" y="3218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6"/>
                </a:solidFill>
              </a:rPr>
              <a:t>Karolayn Paola Buñay Pérez | Grupo 1: Java - JDBC y 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3703320"/>
            <a:ext cx="24688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significa CRUD?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Las cuatro operaciones básicas para gestionar datos almacenados.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CREATE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READ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32120" y="196596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UPDATE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18120" y="1965960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2148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DELETE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5486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proyecto, CRUD se aplica a un sistema académico de estudiantes. Java envía instrucciones SQL a MySQL para registrar, consultar, modificar y eliminar información permanente.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92608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3246120"/>
            <a:ext cx="7315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3401568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Operaciones 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79792" y="3794760"/>
            <a:ext cx="34198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INSERT INTO estudiantes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SELECT id, nombre, carrera, semestre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UPDATE estudiantes SET carrera=?, semestre=?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DELETE FROM estudiantes WHERE id=?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principales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Cada parte cumple una función dentro del CRUD.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01168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67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Java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56032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Contiene la lógica del programa y organiza las operaciones en clases.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61188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6472" y="201168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67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JDBC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76472" y="256032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Funciona como puente entre Java y la base de datos MySQL.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446520" y="16916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1112" y="2011680"/>
            <a:ext cx="7315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216712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MySQL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1112" y="2560320"/>
            <a:ext cx="2231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Almacena los datos de la tabla estudiantes de forma permanente.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4023360"/>
            <a:ext cx="7315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178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PreparedStatement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832" y="4572000"/>
            <a:ext cx="27797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Ejecuta consultas con parámetros seguros para reducir errores y SQL Injection.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4526280" y="37033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402336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4178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ResultSet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90872" y="4572000"/>
            <a:ext cx="27797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Guarda los resultados de SELECT y permite recorrer cada fila con rs.next().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275320" y="3703320"/>
            <a:ext cx="3108960" cy="1600200"/>
          </a:xfrm>
          <a:prstGeom prst="roundRect">
            <a:avLst>
              <a:gd name="adj" fmla="val 4571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402336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39912" y="417880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try-with-resources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39912" y="4572000"/>
            <a:ext cx="27797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Cierra Connection, PreparedStatement y ResultSet automáticamente.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general del programa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Secuencia de trabajo desde Java hasta MySQL.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31720" y="2880360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97680" y="2880360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63640" y="2880360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0" y="2880360"/>
            <a:ext cx="1005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01168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33172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4871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1. Conexión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2880360"/>
            <a:ext cx="1316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DriverManager abre Connection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2788920" y="201168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53512" y="233172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24871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2. Consulta 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53512" y="2880360"/>
            <a:ext cx="1316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 prepara INSERT, SELECT, UPDATE o DELETE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233172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4871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3. Parámetros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9472" y="2880360"/>
            <a:ext cx="1316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 asignan valores a los signos ?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720840" y="201168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233172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24871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4. Ejecución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5432" y="2880360"/>
            <a:ext cx="1316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executeQuery o executeUpdate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686800" y="201168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1392" y="233172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1392" y="248716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5. Resultado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51392" y="2880360"/>
            <a:ext cx="13167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Consola muestra datos o mensaje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1828800" y="4617720"/>
            <a:ext cx="8503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termina cerrando los recursos automáticamente con try-with-resources.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del CRUD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Métodos principales del sistema de estudiantes.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92024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7568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insertar()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46888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INSERT INTO estudiantes (nombre, carrera, semestre) VALUES (?, ?, ?)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65392" y="192024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07568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listarTodos()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65392" y="246888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SELECT id, nombre, carrera, semestre FROM estudiantes ORDER BY id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777240" y="30632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3383280"/>
            <a:ext cx="7315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53872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buscarPorNombre()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1832" y="393192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SELECT ... FROM estudiantes WHERE nombre LIKE ?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400800" y="306324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383280"/>
            <a:ext cx="7315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53872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actualizar()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65392" y="393192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UPDATE estudiantes SET carrera = ?, semestre = ? WHERE id = ?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3611880" y="45720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6472" y="4892040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5047488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eliminar()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76472" y="5440680"/>
            <a:ext cx="4608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DELETE FROM estudiantes WHERE id = ?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práctico del sistema académico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Ejemplo usado en la demostración.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Karolayn se registra inicialmente con la carrera Software y semestre 2. Luego el sistema actualiza su carrera a Ingeniería de Software y su semestre a 3.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0" y="16002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48272" y="1920240"/>
            <a:ext cx="7315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48272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Antes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246888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Nombre: Karolayn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Carrera: Software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Semestre: 2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583680" y="365760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8272" y="397764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41330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Después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48272" y="452628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Nombre: Karolayn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Carrera: Ingeniería de Software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Semestre: 3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412480" y="3310128"/>
            <a:ext cx="0" cy="3200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 prácticas aplicadas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Recomendaciones para un CRUD seguro y ordenado.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96596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2140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Seguridad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514600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Usar PreparedStatement y evitar concatenar datos ingresados por el usuario.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965960"/>
            <a:ext cx="7315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12140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Manejo de errores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2514600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Capturar SQLException para mostrar mensajes claros sin cerrar el programa inesperadamente.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321040" y="164592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196596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212140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Recursos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85632" y="2514600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Cerrar Connection, PreparedStatement y ResultSet con try-with-resources.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1828800" y="393192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4251960"/>
            <a:ext cx="7315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44074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Organización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93392" y="480060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Separar el código en ConexionBD, Estudiante, EstudianteDAO y Main.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675120" y="3931920"/>
            <a:ext cx="3657600" cy="1554480"/>
          </a:xfrm>
          <a:prstGeom prst="roundRect">
            <a:avLst>
              <a:gd name="adj" fmla="val 4706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4251960"/>
            <a:ext cx="7315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44074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Validación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39712" y="4800600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Verificar que nombre, carrera, semestre e ID sean válidos antes de ejecutar SQL.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5D6"/>
                </a:solidFill>
              </a:rPr>
              <a:t>Aprendizajes principales del tema 8.4.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585216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CRUD permite administrar registros completos desde Java. JDBC conecta la aplicación con MySQL y permite ejecutar instrucciones SQL. PreparedStatement mejora la seguridad, ResultSet procesa consultas y try-with-resources ayuda a cerrar recursos correctamente.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0E22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62672" y="1965960"/>
            <a:ext cx="7315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672" y="212140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Aplicaciones reales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62672" y="2514600"/>
            <a:ext cx="30540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Sistemas universitarios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Matrículas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Inventarios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Bibliotecas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B8C5D6"/>
                </a:solidFill>
              </a:rPr>
              <a:t>Ventas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sirve como base para construir sistemas académicos más completos y conectados a bases de datos reales.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PUCE Manabí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completo en Java con MySQL</dc:title>
  <dc:subject>CRUD completo en Java con MySQL</dc:subject>
  <dc:creator>Karolayn Paola Buñay Pérez</dc:creator>
  <cp:lastModifiedBy>Karolayn Paola Buñay Pérez</cp:lastModifiedBy>
  <cp:revision>1</cp:revision>
  <dcterms:created xsi:type="dcterms:W3CDTF">2026-07-16T04:20:50Z</dcterms:created>
  <dcterms:modified xsi:type="dcterms:W3CDTF">2026-07-16T04:20:50Z</dcterms:modified>
</cp:coreProperties>
</file>